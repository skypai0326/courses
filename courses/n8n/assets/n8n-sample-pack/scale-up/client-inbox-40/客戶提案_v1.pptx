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客戶 A 自動化提案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n8n Lite Pack 演練素材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客戶 A 痛點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方案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n8n + Gemini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時程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 週導入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