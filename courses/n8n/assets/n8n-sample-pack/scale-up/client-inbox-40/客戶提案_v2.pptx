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B 自動化提案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客戶 B 痛點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+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週導入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