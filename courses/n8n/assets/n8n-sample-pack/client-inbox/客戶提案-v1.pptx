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客戶 X 自動化導入提案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n8n Lite Pack 演練素材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專案概述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背景：客戶 X 目前手動處理客戶資料夾</a:t>
            </a:r>
          </a:p>
          <a:p>
            <a:r>
              <a:t>目標：自動分類 + 命名 + 通知</a:t>
            </a:r>
          </a:p>
          <a:p>
            <a:r>
              <a:t>預計效益：每週節省 8 小時人工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解決方案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n8n 流程自動化平台</a:t>
            </a:r>
          </a:p>
          <a:p>
            <a:r>
              <a:t>Gemini AI 分類引擎</a:t>
            </a:r>
          </a:p>
          <a:p>
            <a:r>
              <a:t>Cloudflare Tunnel 公開 webhook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時程與報價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導入：4 週</a:t>
            </a:r>
          </a:p>
          <a:p>
            <a:r>
              <a:t>培訓：6 小時工作坊</a:t>
            </a:r>
          </a:p>
          <a:p>
            <a:r>
              <a:t>報價：總額 NT$ 210,000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