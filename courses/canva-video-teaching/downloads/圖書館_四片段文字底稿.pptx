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C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>
                <a:solidFill>
                  <a:srgbClr val="FFFFFF"/>
                </a:solidFill>
                <a:latin typeface="Arial"/>
              </a:defRPr>
            </a:pPr>
            <a:r>
              <a:t>Where is the library?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1064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Arial"/>
              </a:defRPr>
            </a:pPr>
            <a:r>
              <a:t>It's next to the cafeteria.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Arial"/>
              </a:defRPr>
            </a:pPr>
            <a:r>
              <a:t>Library        next to        Cafeteria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C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>
                <a:solidFill>
                  <a:srgbClr val="FFFFFF"/>
                </a:solidFill>
                <a:latin typeface="Arial"/>
              </a:defRPr>
            </a:pPr>
            <a:r>
              <a:t>You can read here.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1064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Arial"/>
              </a:defRPr>
            </a:pPr>
            <a:r>
              <a:t>Read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C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>
                <a:solidFill>
                  <a:srgbClr val="FFFFFF"/>
                </a:solidFill>
                <a:latin typeface="Arial"/>
              </a:defRPr>
            </a:pPr>
            <a:r>
              <a:t>You can study here.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1064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Arial"/>
              </a:defRPr>
            </a:pPr>
            <a:r>
              <a:t>Study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C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>
                <a:solidFill>
                  <a:srgbClr val="FFFFFF"/>
                </a:solidFill>
                <a:latin typeface="Arial"/>
              </a:defRPr>
            </a:pPr>
            <a: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1064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Arial"/>
              </a:defRPr>
            </a:pPr>
            <a:r>
              <a:t>Where is the library?</a:t>
            </a:r>
          </a:p>
          <a:p>
            <a:pPr>
              <a:defRPr sz="3600">
                <a:solidFill>
                  <a:srgbClr val="FFFFFF"/>
                </a:solidFill>
                <a:latin typeface="Arial"/>
              </a:defRPr>
            </a:pPr>
            <a:r>
              <a:t>What can you do there?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Arial"/>
              </a:defRPr>
            </a:pPr>
            <a:r>
              <a:t>請用兩句英文介紹位置和一項活動。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