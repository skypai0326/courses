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e7e64df7334770" /><Relationship Type="http://schemas.openxmlformats.org/officeDocument/2006/relationships/extended-properties" Target="/docProps/app.xml" Id="Rbac21c230558496e" /><Relationship Type="http://schemas.openxmlformats.org/officeDocument/2006/relationships/officeDocument" Target="/ppt/presentation.xml" Id="Rc3bbcd626c2a437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940ca58c17c4f2a"/>
  </p:sldMasterIdLst>
  <p:notesMasterIdLst>
    <p:notesMasterId xmlns:r="http://schemas.openxmlformats.org/officeDocument/2006/relationships" r:id="R993b1e78c138491a"/>
  </p:notesMasterIdLst>
  <p:sldIdLst>
    <p:sldId xmlns:r="http://schemas.openxmlformats.org/officeDocument/2006/relationships" id="256" r:id="Re27135e21069424d"/>
    <p:sldId xmlns:r="http://schemas.openxmlformats.org/officeDocument/2006/relationships" id="257" r:id="R8f96793c93a04d7e"/>
    <p:sldId xmlns:r="http://schemas.openxmlformats.org/officeDocument/2006/relationships" id="258" r:id="R810ccaa5ef0f4219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fe884921fb46cf" /><Relationship Type="http://schemas.openxmlformats.org/officeDocument/2006/relationships/slideMaster" Target="/ppt/slideMasters/slideMaster1.xml" Id="R7940ca58c17c4f2a" /><Relationship Type="http://schemas.openxmlformats.org/officeDocument/2006/relationships/notesMaster" Target="/ppt/notesMasters/notesMaster1.xml" Id="R993b1e78c138491a" /><Relationship Type="http://schemas.openxmlformats.org/officeDocument/2006/relationships/presProps" Target="/ppt/presProps.xml" Id="R4932c9520a9e4e4f" /><Relationship Type="http://schemas.openxmlformats.org/officeDocument/2006/relationships/tableStyles" Target="/ppt/tableStyles.xml" Id="R88543b6043a54ad3" /><Relationship Type="http://schemas.openxmlformats.org/officeDocument/2006/relationships/slide" Target="/ppt/slides/slide1.xml" Id="Re27135e21069424d" /><Relationship Type="http://schemas.openxmlformats.org/officeDocument/2006/relationships/slide" Target="/ppt/slides/slide2.xml" Id="R8f96793c93a04d7e" /><Relationship Type="http://schemas.openxmlformats.org/officeDocument/2006/relationships/slide" Target="/ppt/slides/slide3.xml" Id="R810ccaa5ef0f421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0ba0e076db4b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e5398919604cd6" /><Relationship Type="http://schemas.openxmlformats.org/officeDocument/2006/relationships/notesMaster" Target="/ppt/notesMasters/notesMaster1.xml" Id="R394bc95c835f446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824542387a498b" /><Relationship Type="http://schemas.openxmlformats.org/officeDocument/2006/relationships/notesMaster" Target="/ppt/notesMasters/notesMaster1.xml" Id="R9522b582519e468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170cce5c0c4220" /><Relationship Type="http://schemas.openxmlformats.org/officeDocument/2006/relationships/notesMaster" Target="/ppt/notesMasters/notesMaster1.xml" Id="R16fa6c32e5be46e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05943899e54f9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4f1f73f122473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9c6fbfdd040a2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3ef363416b41d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8744a16d45405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74ddafb1a347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903EED-E737-41D2-887D-7BC85204A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CAD24558-13ED-4F41-956F-934BAA2A2B1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734FB6-3D71-443C-93F5-6974627C19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BB02E87-A51C-4AFB-A46C-7BA6ADE2474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FC0CE73-A76B-45DF-BA61-2BAB7E6431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4C41B4-7CAF-417D-BBAE-1C7528B549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FF9C698-0CCB-4F9B-A078-91A6615545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0B609FC-1A85-49F3-A188-579E4E4C306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BA48944-E3FE-4A34-A502-F7B003E6EB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7F4B2DB-4E75-4533-86C7-41E55E2353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1pPr>
            <a:lvl2pPr marL="800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2pPr>
            <a:lvl3pPr marL="1257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3pPr>
            <a:lvl4pPr marL="1714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4pPr>
            <a:lvl5pPr marL="21717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5pPr>
            <a:lvl6pPr marL="26289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6pPr>
            <a:lvl7pPr marL="30861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7pPr>
            <a:lvl8pPr marL="35433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8pPr>
            <a:lvl9pPr marL="4000500" indent="-342900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473d70905f4a19" /><Relationship Type="http://schemas.openxmlformats.org/officeDocument/2006/relationships/slideLayout" Target="/ppt/slideLayouts/slideLayout1.xml" Id="R8fc6d7f01de84df3" /><Relationship Type="http://schemas.openxmlformats.org/officeDocument/2006/relationships/slideLayout" Target="/ppt/slideLayouts/slideLayout2.xml" Id="R3aa0cce649004230" /><Relationship Type="http://schemas.openxmlformats.org/officeDocument/2006/relationships/slideLayout" Target="/ppt/slideLayouts/slideLayout3.xml" Id="R9a748ee2276a4665" /><Relationship Type="http://schemas.openxmlformats.org/officeDocument/2006/relationships/slideLayout" Target="/ppt/slideLayouts/slideLayout4.xml" Id="R2a3b0ef810bc48cb" /><Relationship Type="http://schemas.openxmlformats.org/officeDocument/2006/relationships/slideLayout" Target="/ppt/slideLayouts/slideLayout5.xml" Id="Rb628677b34d84410" /><Relationship Type="http://schemas.openxmlformats.org/officeDocument/2006/relationships/slideLayout" Target="/ppt/slideLayouts/slideLayout6.xml" Id="R86c58edc97084da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c6d7f01de84df3"/>
    <p:sldLayoutId xmlns:r="http://schemas.openxmlformats.org/officeDocument/2006/relationships" id="2147483650" r:id="R3aa0cce649004230"/>
    <p:sldLayoutId xmlns:r="http://schemas.openxmlformats.org/officeDocument/2006/relationships" id="2147483651" r:id="R9a748ee2276a4665"/>
    <p:sldLayoutId xmlns:r="http://schemas.openxmlformats.org/officeDocument/2006/relationships" id="2147483652" r:id="R2a3b0ef810bc48cb"/>
    <p:sldLayoutId xmlns:r="http://schemas.openxmlformats.org/officeDocument/2006/relationships" id="2147483653" r:id="Rb628677b34d84410"/>
    <p:sldLayoutId xmlns:r="http://schemas.openxmlformats.org/officeDocument/2006/relationships" id="2147483654" r:id="R86c58edc97084da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018135ddfb1440e" /><Relationship Type="http://schemas.openxmlformats.org/officeDocument/2006/relationships/notesSlide" Target="/ppt/notesSlides/notesSlide1.xml" Id="Rc6e82ebd13db4e0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7bc3e3b2fc84b00" /><Relationship Type="http://schemas.openxmlformats.org/officeDocument/2006/relationships/notesSlide" Target="/ppt/notesSlides/notesSlide2.xml" Id="R0c77e492a17748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a9cdcf7cb34f76" /><Relationship Type="http://schemas.openxmlformats.org/officeDocument/2006/relationships/notesSlide" Target="/ppt/notesSlides/notesSlide3.xml" Id="R4ac9407f015442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question">
            <a:extLst xmlns:a="http://schemas.openxmlformats.org/drawingml/2006/main">
              <a:ext uri="{FF2B5EF4-FFF2-40B4-BE49-F238E27FC236}">
                <a16:creationId xmlns:a16="http://schemas.microsoft.com/office/drawing/2014/main" id="{482DE3E9-233D-489D-AE97-78D7CE0D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1343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6000">
                <a:solidFill>
                  <a:srgbClr val="183247"/>
                </a:solidFill>
                <a:latin typeface="Arial"/>
                <a:ea typeface="Arial"/>
                <a:cs typeface="Arial"/>
              </a:rPr>
              <a:t>Where is the library?</a:t>
            </a:r>
          </a:p>
        </p:txBody>
      </p:sp>
      <p:sp>
        <p:nvSpPr>
          <p:cNvPr id="2" name="answer">
            <a:extLst xmlns:a="http://schemas.openxmlformats.org/drawingml/2006/main">
              <a:ext uri="{FF2B5EF4-FFF2-40B4-BE49-F238E27FC236}">
                <a16:creationId xmlns:a16="http://schemas.microsoft.com/office/drawing/2014/main" id="{3EBE3E86-66EE-4625-8526-221C7BF39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5430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It's next to the cafeteria.</a:t>
            </a:r>
          </a:p>
        </p:txBody>
      </p:sp>
      <p:sp>
        <p:nvSpPr>
          <p:cNvPr id="3" name="library">
            <a:extLst xmlns:a="http://schemas.openxmlformats.org/drawingml/2006/main">
              <a:ext uri="{FF2B5EF4-FFF2-40B4-BE49-F238E27FC236}">
                <a16:creationId xmlns:a16="http://schemas.microsoft.com/office/drawing/2014/main" id="{109931ED-BE1F-41D2-86C6-9EDCBD72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5"/>
          </a:solidFill>
          <a:ln xmlns:a="http://schemas.openxmlformats.org/drawingml/2006/main" w="28575">
            <a:solidFill>
              <a:srgbClr val="567A65"/>
            </a:solidFill>
          </a:ln>
        </p:spPr>
      </p:sp>
      <p:sp>
        <p:nvSpPr>
          <p:cNvPr id="4" name="library-label">
            <a:extLst xmlns:a="http://schemas.openxmlformats.org/drawingml/2006/main">
              <a:ext uri="{FF2B5EF4-FFF2-40B4-BE49-F238E27FC236}">
                <a16:creationId xmlns:a16="http://schemas.microsoft.com/office/drawing/2014/main" id="{07EBA683-7F04-42EE-9239-CCA8DFE3B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Library</a:t>
            </a:r>
          </a:p>
        </p:txBody>
      </p:sp>
      <p:sp>
        <p:nvSpPr>
          <p:cNvPr id="5" name="cafeteria">
            <a:extLst xmlns:a="http://schemas.openxmlformats.org/drawingml/2006/main">
              <a:ext uri="{FF2B5EF4-FFF2-40B4-BE49-F238E27FC236}">
                <a16:creationId xmlns:a16="http://schemas.microsoft.com/office/drawing/2014/main" id="{D4AC5489-A77E-4259-908D-2AE832C7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5"/>
          </a:solidFill>
          <a:ln xmlns:a="http://schemas.openxmlformats.org/drawingml/2006/main" w="28575">
            <a:solidFill>
              <a:srgbClr val="567A65"/>
            </a:solidFill>
          </a:ln>
        </p:spPr>
      </p:sp>
      <p:sp>
        <p:nvSpPr>
          <p:cNvPr id="6" name="cafeteria-label">
            <a:extLst xmlns:a="http://schemas.openxmlformats.org/drawingml/2006/main">
              <a:ext uri="{FF2B5EF4-FFF2-40B4-BE49-F238E27FC236}">
                <a16:creationId xmlns:a16="http://schemas.microsoft.com/office/drawing/2014/main" id="{6C0917DC-04F6-4F87-B491-AC2B6C96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8101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Cafeteria</a:t>
            </a:r>
          </a:p>
        </p:txBody>
      </p:sp>
      <p:sp>
        <p:nvSpPr>
          <p:cNvPr id="7" name="relation">
            <a:extLst xmlns:a="http://schemas.openxmlformats.org/drawingml/2006/main">
              <a:ext uri="{FF2B5EF4-FFF2-40B4-BE49-F238E27FC236}">
                <a16:creationId xmlns:a16="http://schemas.microsoft.com/office/drawing/2014/main" id="{63CED89B-4D8C-46C8-AB7B-E0B3AC5B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14875"/>
            <a:ext cx="2714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2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200">
                <a:solidFill>
                  <a:srgbClr val="183247"/>
                </a:solidFill>
                <a:latin typeface="Arial"/>
                <a:ea typeface="Arial"/>
                <a:cs typeface="Arial"/>
              </a:rPr>
              <a:t>next to</a:t>
            </a:r>
          </a:p>
        </p:txBody>
      </p:sp>
    </p:spTree>
    <p:extLst>
      <p:ext uri="{BB962C8B-B14F-4D97-AF65-F5344CB8AC3E}">
        <p14:creationId xmlns:p14="http://schemas.microsoft.com/office/powerpoint/2010/main" val="15090611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15A0CD59-7E32-43F2-8573-7CDC0351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1428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6000">
                <a:solidFill>
                  <a:srgbClr val="183247"/>
                </a:solidFill>
                <a:latin typeface="Arial"/>
                <a:ea typeface="Arial"/>
                <a:cs typeface="Arial"/>
              </a:rPr>
              <a:t>What can you do here?</a:t>
            </a:r>
          </a:p>
        </p:txBody>
      </p:sp>
      <p:sp>
        <p:nvSpPr>
          <p:cNvPr id="2" name="answer">
            <a:extLst xmlns:a="http://schemas.openxmlformats.org/drawingml/2006/main">
              <a:ext uri="{FF2B5EF4-FFF2-40B4-BE49-F238E27FC236}">
                <a16:creationId xmlns:a16="http://schemas.microsoft.com/office/drawing/2014/main" id="{207A9E83-230C-492E-9510-D2B94082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15716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You can read and study here.</a:t>
            </a:r>
          </a:p>
        </p:txBody>
      </p:sp>
      <p:sp>
        <p:nvSpPr>
          <p:cNvPr id="3" name="read">
            <a:extLst xmlns:a="http://schemas.openxmlformats.org/drawingml/2006/main">
              <a:ext uri="{FF2B5EF4-FFF2-40B4-BE49-F238E27FC236}">
                <a16:creationId xmlns:a16="http://schemas.microsoft.com/office/drawing/2014/main" id="{D3397AEB-B28F-4822-AE44-6D00C4A2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910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5"/>
          </a:solidFill>
          <a:ln xmlns:a="http://schemas.openxmlformats.org/drawingml/2006/main" w="28575">
            <a:solidFill>
              <a:srgbClr val="567A65"/>
            </a:solidFill>
          </a:ln>
        </p:spPr>
      </p:sp>
      <p:sp>
        <p:nvSpPr>
          <p:cNvPr id="4" name="read-label">
            <a:extLst xmlns:a="http://schemas.openxmlformats.org/drawingml/2006/main">
              <a:ext uri="{FF2B5EF4-FFF2-40B4-BE49-F238E27FC236}">
                <a16:creationId xmlns:a16="http://schemas.microsoft.com/office/drawing/2014/main" id="{E535A566-FF42-477F-8414-866B445C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8101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Read</a:t>
            </a:r>
          </a:p>
        </p:txBody>
      </p:sp>
      <p:sp>
        <p:nvSpPr>
          <p:cNvPr id="5" name="study">
            <a:extLst xmlns:a="http://schemas.openxmlformats.org/drawingml/2006/main">
              <a:ext uri="{FF2B5EF4-FFF2-40B4-BE49-F238E27FC236}">
                <a16:creationId xmlns:a16="http://schemas.microsoft.com/office/drawing/2014/main" id="{FC77A486-0989-47A1-A014-034CE7A93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191000"/>
            <a:ext cx="50482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9E5"/>
          </a:solidFill>
          <a:ln xmlns:a="http://schemas.openxmlformats.org/drawingml/2006/main" w="28575">
            <a:solidFill>
              <a:srgbClr val="567A65"/>
            </a:solidFill>
          </a:ln>
        </p:spPr>
      </p:sp>
      <p:sp>
        <p:nvSpPr>
          <p:cNvPr id="6" name="study-label">
            <a:extLst xmlns:a="http://schemas.openxmlformats.org/drawingml/2006/main">
              <a:ext uri="{FF2B5EF4-FFF2-40B4-BE49-F238E27FC236}">
                <a16:creationId xmlns:a16="http://schemas.microsoft.com/office/drawing/2014/main" id="{294D317B-5A84-4BF5-837E-3D026E380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4810125"/>
            <a:ext cx="4286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Study</a:t>
            </a:r>
          </a:p>
        </p:txBody>
      </p:sp>
    </p:spTree>
    <p:extLst>
      <p:ext uri="{BB962C8B-B14F-4D97-AF65-F5344CB8AC3E}">
        <p14:creationId xmlns:p14="http://schemas.microsoft.com/office/powerpoint/2010/main" val="45933368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0374A041-E441-41F2-9B03-3E9361A67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857250"/>
            <a:ext cx="134302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0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0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6000">
                <a:solidFill>
                  <a:srgbClr val="183247"/>
                </a:solidFill>
                <a:latin typeface="Arial"/>
                <a:ea typeface="Arial"/>
                <a:cs typeface="Arial"/>
              </a:rPr>
              <a:t>Your turn</a:t>
            </a:r>
          </a:p>
        </p:txBody>
      </p:sp>
      <p:sp>
        <p:nvSpPr>
          <p:cNvPr id="2" name="question-one">
            <a:extLst xmlns:a="http://schemas.openxmlformats.org/drawingml/2006/main">
              <a:ext uri="{FF2B5EF4-FFF2-40B4-BE49-F238E27FC236}">
                <a16:creationId xmlns:a16="http://schemas.microsoft.com/office/drawing/2014/main" id="{408E1075-14EF-49EF-91DF-880FD2B2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1524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Where is the library?</a:t>
            </a:r>
          </a:p>
        </p:txBody>
      </p:sp>
      <p:sp>
        <p:nvSpPr>
          <p:cNvPr id="3" name="question-two">
            <a:extLst xmlns:a="http://schemas.openxmlformats.org/drawingml/2006/main">
              <a:ext uri="{FF2B5EF4-FFF2-40B4-BE49-F238E27FC236}">
                <a16:creationId xmlns:a16="http://schemas.microsoft.com/office/drawing/2014/main" id="{5383F0ED-FAED-40D2-8410-CA1CE627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5240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800">
                <a:solidFill>
                  <a:srgbClr val="183247"/>
                </a:solidFill>
                <a:latin typeface="Arial"/>
                <a:ea typeface="Arial"/>
                <a:cs typeface="Arial"/>
              </a:defRPr>
            </a:pPr>
            <a:r>
              <a:rPr sz="4800">
                <a:solidFill>
                  <a:srgbClr val="183247"/>
                </a:solidFill>
                <a:latin typeface="Arial"/>
                <a:ea typeface="Arial"/>
                <a:cs typeface="Arial"/>
              </a:rPr>
              <a:t>What can you do there?</a:t>
            </a:r>
          </a:p>
        </p:txBody>
      </p:sp>
      <p:sp>
        <p:nvSpPr>
          <p:cNvPr id="4" name="instruction">
            <a:extLst xmlns:a="http://schemas.openxmlformats.org/drawingml/2006/main">
              <a:ext uri="{FF2B5EF4-FFF2-40B4-BE49-F238E27FC236}">
                <a16:creationId xmlns:a16="http://schemas.microsoft.com/office/drawing/2014/main" id="{FA5F80DB-A81F-4EDB-951C-01DFC1F9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6191250"/>
            <a:ext cx="1552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>
                <a:solidFill>
                  <a:srgbClr val="183247"/>
                </a:solidFill>
                <a:latin typeface="PingFang TC"/>
                <a:ea typeface="PingFang TC"/>
                <a:cs typeface="PingFang TC"/>
              </a:defRPr>
            </a:defPPr>
          </a:lstStyle>
          <a:p xmlns:a="http://schemas.openxmlformats.org/drawingml/2006/main">
            <a:pPr>
              <a:defRPr sz="4200">
                <a:solidFill>
                  <a:srgbClr val="183247"/>
                </a:solidFill>
                <a:latin typeface="PingFang TC"/>
                <a:ea typeface="PingFang TC"/>
                <a:cs typeface="PingFang TC"/>
              </a:defRPr>
            </a:pPr>
            <a:r>
              <a:rPr sz="4200">
                <a:solidFill>
                  <a:srgbClr val="183247"/>
                </a:solidFill>
                <a:latin typeface="PingFang TC"/>
                <a:ea typeface="PingFang TC"/>
                <a:cs typeface="PingFang TC"/>
              </a:rPr>
              <a:t>請用兩句英文介紹位置和一項活動。</a:t>
            </a:r>
          </a:p>
        </p:txBody>
      </p:sp>
    </p:spTree>
    <p:extLst>
      <p:ext uri="{BB962C8B-B14F-4D97-AF65-F5344CB8AC3E}">
        <p14:creationId xmlns:p14="http://schemas.microsoft.com/office/powerpoint/2010/main" val="17732030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2026-10-10T17:47:15.9190000Z</dcterms:created>
  <dcterms:modified xsi:type="dcterms:W3CDTF">2026-10-10T17:47:15.9190000Z</dcterms:modified>
</coreProperties>
</file>